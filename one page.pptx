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07" r:id="rId5"/>
  </p:sldIdLst>
  <p:sldSz cx="6858000" cy="9906000" type="A4"/>
  <p:notesSz cx="6858000" cy="9945688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3399"/>
    <a:srgbClr val="FF0000"/>
    <a:srgbClr val="FF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4816" autoAdjust="0"/>
  </p:normalViewPr>
  <p:slideViewPr>
    <p:cSldViewPr snapToGrid="0">
      <p:cViewPr varScale="1">
        <p:scale>
          <a:sx n="59" d="100"/>
          <a:sy n="59" d="100"/>
        </p:scale>
        <p:origin x="2544" y="66"/>
      </p:cViewPr>
      <p:guideLst>
        <p:guide orient="horz" pos="312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FB6B3-C8E3-40A2-B567-141C064CA2A3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3013"/>
            <a:ext cx="23241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77C56-BFAD-409B-9056-6A7CD96C15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016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สสน</a:t>
            </a: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077C56-BFAD-409B-9056-6A7CD96C15AB}" type="slidenum">
              <a:rPr kumimoji="0" lang="th-T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th-T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4949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9202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362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401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38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663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603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276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2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34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664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262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0CB62-22F3-45C8-8FE8-576CA157B83C}" type="datetimeFigureOut">
              <a:rPr lang="th-TH" smtClean="0"/>
              <a:t>31/03/69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E90DE-ABF4-4899-B5CA-ECA8D2B5D1F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911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gif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A62FD96-764B-391A-4C7A-0F4FABC9F8C0}"/>
              </a:ext>
            </a:extLst>
          </p:cNvPr>
          <p:cNvSpPr/>
          <p:nvPr/>
        </p:nvSpPr>
        <p:spPr>
          <a:xfrm>
            <a:off x="0" y="-19595"/>
            <a:ext cx="6858000" cy="9695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7635FF0A-2727-4073-91C9-52A1CC36F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88" y="1260868"/>
            <a:ext cx="3262154" cy="2175506"/>
          </a:xfrm>
          <a:prstGeom prst="rect">
            <a:avLst/>
          </a:prstGeom>
        </p:spPr>
      </p:pic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DCB4A2E1-DDA0-422E-A8FE-AFC8AE3ACCCF}"/>
              </a:ext>
            </a:extLst>
          </p:cNvPr>
          <p:cNvGrpSpPr/>
          <p:nvPr/>
        </p:nvGrpSpPr>
        <p:grpSpPr>
          <a:xfrm>
            <a:off x="96254" y="9220191"/>
            <a:ext cx="6665494" cy="628332"/>
            <a:chOff x="96254" y="9194791"/>
            <a:chExt cx="6665494" cy="628332"/>
          </a:xfrm>
        </p:grpSpPr>
        <p:grpSp>
          <p:nvGrpSpPr>
            <p:cNvPr id="28" name="กลุ่ม 27">
              <a:extLst>
                <a:ext uri="{FF2B5EF4-FFF2-40B4-BE49-F238E27FC236}">
                  <a16:creationId xmlns:a16="http://schemas.microsoft.com/office/drawing/2014/main" id="{85389F22-F93C-4FF1-8DAC-11EBC4BC695D}"/>
                </a:ext>
              </a:extLst>
            </p:cNvPr>
            <p:cNvGrpSpPr/>
            <p:nvPr/>
          </p:nvGrpSpPr>
          <p:grpSpPr>
            <a:xfrm>
              <a:off x="96254" y="9194791"/>
              <a:ext cx="6665494" cy="628332"/>
              <a:chOff x="96254" y="9191842"/>
              <a:chExt cx="6665494" cy="628332"/>
            </a:xfrm>
          </p:grpSpPr>
          <p:pic>
            <p:nvPicPr>
              <p:cNvPr id="29" name="รูปภาพ 10">
                <a:extLst>
                  <a:ext uri="{FF2B5EF4-FFF2-40B4-BE49-F238E27FC236}">
                    <a16:creationId xmlns:a16="http://schemas.microsoft.com/office/drawing/2014/main" id="{11F2F83F-EAA2-4EED-B9B6-663D2007B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94280" y="9288972"/>
                <a:ext cx="468306" cy="442576"/>
              </a:xfrm>
              <a:prstGeom prst="rect">
                <a:avLst/>
              </a:prstGeom>
            </p:spPr>
          </p:pic>
          <p:sp>
            <p:nvSpPr>
              <p:cNvPr id="34" name="สี่เหลี่ยมผืนผ้ามุมมน 13">
                <a:extLst>
                  <a:ext uri="{FF2B5EF4-FFF2-40B4-BE49-F238E27FC236}">
                    <a16:creationId xmlns:a16="http://schemas.microsoft.com/office/drawing/2014/main" id="{8728CE7A-E628-439D-9AE0-90A40E8A482D}"/>
                  </a:ext>
                </a:extLst>
              </p:cNvPr>
              <p:cNvSpPr/>
              <p:nvPr/>
            </p:nvSpPr>
            <p:spPr>
              <a:xfrm>
                <a:off x="96254" y="9191842"/>
                <a:ext cx="6665494" cy="628332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th-TH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Cordia New" panose="020B0304020202020204" pitchFamily="34" charset="-34"/>
                </a:endParaRPr>
              </a:p>
            </p:txBody>
          </p:sp>
          <p:pic>
            <p:nvPicPr>
              <p:cNvPr id="35" name="Picture 38">
                <a:extLst>
                  <a:ext uri="{FF2B5EF4-FFF2-40B4-BE49-F238E27FC236}">
                    <a16:creationId xmlns:a16="http://schemas.microsoft.com/office/drawing/2014/main" id="{A3646B2B-A1EB-41DA-9762-D0B36E8B4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419" y="9275725"/>
                <a:ext cx="515567" cy="476436"/>
              </a:xfrm>
              <a:prstGeom prst="rect">
                <a:avLst/>
              </a:prstGeom>
            </p:spPr>
          </p:pic>
          <p:sp>
            <p:nvSpPr>
              <p:cNvPr id="36" name="Rectangle 8">
                <a:extLst>
                  <a:ext uri="{FF2B5EF4-FFF2-40B4-BE49-F238E27FC236}">
                    <a16:creationId xmlns:a16="http://schemas.microsoft.com/office/drawing/2014/main" id="{AE562139-EE7B-4898-BA3B-BBDEA34827AC}"/>
                  </a:ext>
                </a:extLst>
              </p:cNvPr>
              <p:cNvSpPr/>
              <p:nvPr/>
            </p:nvSpPr>
            <p:spPr>
              <a:xfrm>
                <a:off x="1991400" y="9413300"/>
                <a:ext cx="2895466" cy="31931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th-TH" sz="2400" b="1" dirty="0">
                    <a:ln w="3175">
                      <a:solidFill>
                        <a:srgbClr val="0000CC"/>
                      </a:solidFill>
                    </a:ln>
                    <a:solidFill>
                      <a:srgbClr val="0000CC"/>
                    </a:solidFill>
                    <a:effectLst>
                      <a:innerShdw blurRad="69850" dist="43180" dir="5400000">
                        <a:srgbClr val="000000">
                          <a:alpha val="65000"/>
                        </a:srgbClr>
                      </a:innerShdw>
                    </a:effectLst>
                    <a:latin typeface="TH SarabunPSK" pitchFamily="34" charset="-34"/>
                    <a:cs typeface="TH SarabunPSK" pitchFamily="34" charset="-34"/>
                  </a:rPr>
                  <a:t>เทิดราชัน ทันสมัย พัฒนา</a:t>
                </a:r>
                <a:endParaRPr lang="th-TH" sz="2400" b="1" dirty="0">
                  <a:ln w="3175">
                    <a:solidFill>
                      <a:srgbClr val="0000CC"/>
                    </a:solidFill>
                  </a:ln>
                  <a:solidFill>
                    <a:srgbClr val="0000CC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endParaRPr>
              </a:p>
            </p:txBody>
          </p:sp>
          <p:pic>
            <p:nvPicPr>
              <p:cNvPr id="37" name="Picture 5">
                <a:extLst>
                  <a:ext uri="{FF2B5EF4-FFF2-40B4-BE49-F238E27FC236}">
                    <a16:creationId xmlns:a16="http://schemas.microsoft.com/office/drawing/2014/main" id="{F4F95801-1EFF-4183-831B-AEAA929A8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35435" y="9293497"/>
                <a:ext cx="435516" cy="435516"/>
              </a:xfrm>
              <a:prstGeom prst="rect">
                <a:avLst/>
              </a:prstGeom>
            </p:spPr>
          </p:pic>
        </p:grpSp>
        <p:pic>
          <p:nvPicPr>
            <p:cNvPr id="25" name="Picture 4" descr="à¸à¸¥à¸à¸²à¸£à¸à¹à¸à¸«à¸²à¸£à¸¹à¸à¸ à¸²à¸à¸ªà¸³à¸«à¸£à¸±à¸ chrome">
              <a:extLst>
                <a:ext uri="{FF2B5EF4-FFF2-40B4-BE49-F238E27FC236}">
                  <a16:creationId xmlns:a16="http://schemas.microsoft.com/office/drawing/2014/main" id="{65AA04E0-4A03-4742-A6F6-A90E03315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251900" y="9311903"/>
              <a:ext cx="376670" cy="374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กล่องข้อความ 19">
            <a:extLst>
              <a:ext uri="{FF2B5EF4-FFF2-40B4-BE49-F238E27FC236}">
                <a16:creationId xmlns:a16="http://schemas.microsoft.com/office/drawing/2014/main" id="{F1550FB3-561C-4E8B-095E-430D5954C0EC}"/>
              </a:ext>
            </a:extLst>
          </p:cNvPr>
          <p:cNvSpPr txBox="1"/>
          <p:nvPr/>
        </p:nvSpPr>
        <p:spPr>
          <a:xfrm>
            <a:off x="56690" y="7936395"/>
            <a:ext cx="66654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0" lang="th-TH" sz="1600" i="0" strike="noStrike" kern="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เมื่อวันที่ 31 มี.ค. 69 บก.ทท. (นทพ.) โดย </a:t>
            </a:r>
            <a:r>
              <a:rPr kumimoji="0" lang="th-TH" sz="1600" i="0" strike="noStrike" kern="0" normalizeH="0" noProof="0" dirty="0" err="1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ศบ</a:t>
            </a:r>
            <a:r>
              <a:rPr kumimoji="0" lang="th-TH" sz="1600" i="0" strike="noStrike" kern="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ภ.สสน.นทพ. จัดชุดบรรเทาสาธารณภัยเคลื่อนที่เร็ว รถตรวจการณ์อเนกประสงค์ รถดับเพลิงโฟมเคมี รถดับเพลิงอเนกประสงค์ รถบรรทุกน้ำ และรถพยาบาลฉุกเฉิน สนับสนุนการรับเสด็จฯ </a:t>
            </a:r>
            <a:r>
              <a:rPr kumimoji="0" lang="th-TH" sz="1600" i="0" strike="noStrike" kern="0" spc="3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และการถวายความปลอดภัย สมเด็จพระกนิษฐา</a:t>
            </a:r>
            <a:r>
              <a:rPr kumimoji="0" lang="th-TH" sz="1600" i="0" strike="noStrike" kern="0" spc="30" normalizeH="0" noProof="0" dirty="0" err="1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ธิ</a:t>
            </a:r>
            <a:r>
              <a:rPr kumimoji="0" lang="th-TH" sz="1600" i="0" strike="noStrike" kern="0" spc="3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ราชเจ้า กรมสมเด็จพระเทพรัตนราชสุดาฯ สยามบรมราชกุมารี ประทับ</a:t>
            </a:r>
            <a:r>
              <a:rPr kumimoji="0" lang="th-TH" sz="1600" i="0" strike="noStrike" kern="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เฮลิคอปเตอร์พระที่นั่งจาก สนาม ฮ.กบอ.ผท.ทหาร (ทุ่งสีกัน) ไป </a:t>
            </a:r>
            <a:r>
              <a:rPr kumimoji="0" lang="th-TH" sz="1600" i="0" strike="noStrike" kern="0" normalizeH="0" noProof="0" dirty="0" err="1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kumimoji="0" lang="th-TH" sz="1600" i="0" strike="noStrike" kern="0" normalizeH="0" noProof="0" dirty="0">
                <a:ln w="3175"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.จปร. อ.เมืองนครนายก จว.น.ย. โดยได้ถวายความปลอดภัยอย่างสูงสุด ณ สนาม ฮ.กบอ.ผท.ทหาร แขวงสีกัน เขตดอนเมือง กทม.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A8C2CBE3-3AAD-3D0E-CC28-86334B2D59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400" y="1261962"/>
            <a:ext cx="3264477" cy="217509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6590B23-74D8-C9EE-F0C6-0ADF00376C1E}"/>
              </a:ext>
            </a:extLst>
          </p:cNvPr>
          <p:cNvSpPr txBox="1">
            <a:spLocks/>
          </p:cNvSpPr>
          <p:nvPr/>
        </p:nvSpPr>
        <p:spPr>
          <a:xfrm>
            <a:off x="1683087" y="160833"/>
            <a:ext cx="3889402" cy="540062"/>
          </a:xfrm>
          <a:prstGeom prst="rect">
            <a:avLst/>
          </a:prstGeom>
        </p:spPr>
        <p:txBody>
          <a:bodyPr vert="horz" lIns="121861" tIns="60931" rIns="121861" bIns="60931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H SarabunPSK" panose="020B0500040200020003" pitchFamily="34" charset="-34"/>
                <a:ea typeface="+mj-ea"/>
                <a:cs typeface="TH SarabunPSK" panose="020B0500040200020003" pitchFamily="34" charset="-34"/>
              </a:rPr>
              <a:t>    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H SarabunPSK" panose="020B0500040200020003" pitchFamily="34" charset="-34"/>
              <a:ea typeface="+mj-ea"/>
              <a:cs typeface="TH SarabunPSK" panose="020B0500040200020003" pitchFamily="34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6A82EE3C-7EA6-1395-A5EF-2F1290C686B1}"/>
              </a:ext>
            </a:extLst>
          </p:cNvPr>
          <p:cNvGrpSpPr/>
          <p:nvPr/>
        </p:nvGrpSpPr>
        <p:grpSpPr>
          <a:xfrm>
            <a:off x="104725" y="43339"/>
            <a:ext cx="6665494" cy="1155081"/>
            <a:chOff x="91077" y="76865"/>
            <a:chExt cx="6665494" cy="1155081"/>
          </a:xfrm>
        </p:grpSpPr>
        <p:sp>
          <p:nvSpPr>
            <p:cNvPr id="6" name="สี่เหลี่ยมผืนผ้ามุมมน 3">
              <a:extLst>
                <a:ext uri="{FF2B5EF4-FFF2-40B4-BE49-F238E27FC236}">
                  <a16:creationId xmlns:a16="http://schemas.microsoft.com/office/drawing/2014/main" id="{1F30324E-641D-94A7-D6B1-57E75D950060}"/>
                </a:ext>
              </a:extLst>
            </p:cNvPr>
            <p:cNvSpPr/>
            <p:nvPr/>
          </p:nvSpPr>
          <p:spPr>
            <a:xfrm>
              <a:off x="91077" y="76865"/>
              <a:ext cx="6665494" cy="1155081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ordia New" panose="020B0304020202020204" pitchFamily="34" charset="-34"/>
              </a:endParaRPr>
            </a:p>
          </p:txBody>
        </p:sp>
        <p:pic>
          <p:nvPicPr>
            <p:cNvPr id="8" name="รูปภาพ 7">
              <a:extLst>
                <a:ext uri="{FF2B5EF4-FFF2-40B4-BE49-F238E27FC236}">
                  <a16:creationId xmlns:a16="http://schemas.microsoft.com/office/drawing/2014/main" id="{17E5AD95-7809-C7D3-0130-D838EA3A2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681" y="208630"/>
              <a:ext cx="925250" cy="891554"/>
            </a:xfrm>
            <a:prstGeom prst="rect">
              <a:avLst/>
            </a:prstGeom>
          </p:spPr>
        </p:pic>
      </p:grp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3B3622D-E93D-BD99-CF40-B3CD0E29DE93}"/>
              </a:ext>
            </a:extLst>
          </p:cNvPr>
          <p:cNvSpPr txBox="1"/>
          <p:nvPr/>
        </p:nvSpPr>
        <p:spPr>
          <a:xfrm>
            <a:off x="1422545" y="202742"/>
            <a:ext cx="4393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หน่วยบัญชาการทหารพัฒนา กองบัญชาการกองทัพไทย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F67DBF31-4288-B6BF-229B-AA42EAE79372}"/>
              </a:ext>
            </a:extLst>
          </p:cNvPr>
          <p:cNvSpPr txBox="1"/>
          <p:nvPr/>
        </p:nvSpPr>
        <p:spPr>
          <a:xfrm>
            <a:off x="1407305" y="524619"/>
            <a:ext cx="4393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โดย สำนักงานสนับสนุน หน่วยบัญชาการทหารพัฒนา</a:t>
            </a:r>
          </a:p>
          <a:p>
            <a:pPr algn="ctr"/>
            <a:endParaRPr lang="th-TH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81DF46A0-27AC-C080-FC91-9E7C829CD8D1}"/>
              </a:ext>
            </a:extLst>
          </p:cNvPr>
          <p:cNvSpPr txBox="1"/>
          <p:nvPr/>
        </p:nvSpPr>
        <p:spPr>
          <a:xfrm>
            <a:off x="1422545" y="818376"/>
            <a:ext cx="4393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ประจำวันอังคารที่ 31 มีนาคม 2569</a:t>
            </a:r>
          </a:p>
        </p:txBody>
      </p:sp>
      <p:pic>
        <p:nvPicPr>
          <p:cNvPr id="19" name="รูปภาพ 18">
            <a:extLst>
              <a:ext uri="{FF2B5EF4-FFF2-40B4-BE49-F238E27FC236}">
                <a16:creationId xmlns:a16="http://schemas.microsoft.com/office/drawing/2014/main" id="{3DF3AC81-F046-B93B-3D8C-29DEB3D9C4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44" y="174039"/>
            <a:ext cx="1336904" cy="891554"/>
          </a:xfrm>
          <a:prstGeom prst="rect">
            <a:avLst/>
          </a:prstGeom>
        </p:spPr>
      </p:pic>
      <p:pic>
        <p:nvPicPr>
          <p:cNvPr id="26" name="รูปภาพ 25">
            <a:extLst>
              <a:ext uri="{FF2B5EF4-FFF2-40B4-BE49-F238E27FC236}">
                <a16:creationId xmlns:a16="http://schemas.microsoft.com/office/drawing/2014/main" id="{7635FF0A-2727-4073-91C9-52A1CC36F6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90" y="3503444"/>
            <a:ext cx="3262952" cy="2176038"/>
          </a:xfrm>
          <a:prstGeom prst="rect">
            <a:avLst/>
          </a:prstGeom>
        </p:spPr>
      </p:pic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7635FF0A-2727-4073-91C9-52A1CC36F6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869" y="5758007"/>
            <a:ext cx="3247708" cy="2166116"/>
          </a:xfrm>
          <a:prstGeom prst="rect">
            <a:avLst/>
          </a:prstGeom>
        </p:spPr>
      </p:pic>
      <p:pic>
        <p:nvPicPr>
          <p:cNvPr id="31" name="รูปภาพ 30">
            <a:extLst>
              <a:ext uri="{FF2B5EF4-FFF2-40B4-BE49-F238E27FC236}">
                <a16:creationId xmlns:a16="http://schemas.microsoft.com/office/drawing/2014/main" id="{7635FF0A-2727-4073-91C9-52A1CC36F6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2735" y="5760581"/>
            <a:ext cx="3248900" cy="2166911"/>
          </a:xfrm>
          <a:prstGeom prst="rect">
            <a:avLst/>
          </a:prstGeom>
        </p:spPr>
      </p:pic>
      <p:pic>
        <p:nvPicPr>
          <p:cNvPr id="32" name="รูปภาพ 31">
            <a:extLst>
              <a:ext uri="{FF2B5EF4-FFF2-40B4-BE49-F238E27FC236}">
                <a16:creationId xmlns:a16="http://schemas.microsoft.com/office/drawing/2014/main" id="{7635FF0A-2727-4073-91C9-52A1CC36F6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162" y="3503444"/>
            <a:ext cx="3262952" cy="217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9827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.IO.ตัวอย่างแต่ละหน่วย11" id="{F3909D69-6727-4D4D-91D0-7A10A5D19C21}" vid="{8240F262-CD61-4743-9A5D-91947F8841F9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165A3EDE3E714785A72625057D07C2" ma:contentTypeVersion="2" ma:contentTypeDescription="Create a new document." ma:contentTypeScope="" ma:versionID="52994e9d56a5a8cdad6d74fdeb881af1">
  <xsd:schema xmlns:xsd="http://www.w3.org/2001/XMLSchema" xmlns:xs="http://www.w3.org/2001/XMLSchema" xmlns:p="http://schemas.microsoft.com/office/2006/metadata/properties" xmlns:ns3="3c976cbf-ac60-4201-acef-8230a408bba3" targetNamespace="http://schemas.microsoft.com/office/2006/metadata/properties" ma:root="true" ma:fieldsID="dea85909cb9cbc394761bdeee0affe02" ns3:_="">
    <xsd:import namespace="3c976cbf-ac60-4201-acef-8230a408bba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76cbf-ac60-4201-acef-8230a408bb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785586-5BFC-4F33-941B-AFA3262CD6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976cbf-ac60-4201-acef-8230a408bb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BEEC5-8655-43EF-A42C-88C77FAB25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CE0902-44E9-4D07-B233-5BEAF0AFAC71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3c976cbf-ac60-4201-acef-8230a408bba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EX.IO.ตัวอย่างเทมเพจ</Template>
  <TotalTime>43224</TotalTime>
  <Words>129</Words>
  <Application>Microsoft Office PowerPoint</Application>
  <PresentationFormat>A4 Paper (210x297 mm)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SarabunPSK</vt:lpstr>
      <vt:lpstr>ธีมของ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Wawaa DR'</dc:creator>
  <cp:lastModifiedBy>Norawich</cp:lastModifiedBy>
  <cp:revision>1092</cp:revision>
  <cp:lastPrinted>2021-12-21T02:35:49Z</cp:lastPrinted>
  <dcterms:created xsi:type="dcterms:W3CDTF">2021-08-04T04:46:12Z</dcterms:created>
  <dcterms:modified xsi:type="dcterms:W3CDTF">2026-03-31T09:16:50Z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0x01010083165A3EDE3E714785A72625057D07C2</vt:lpwstr>
  </property>
</Properties>
</file>